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FFMPEG | Category: MOVIES_MEDIA</a:t>
            </a:r>
          </a:p>
          <a:p>
            <a:r>
              <a:rPr sz="1400"/>
              <a:t>Upstream: https://github.com/nicedoc/ffmpeg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FFMPEG.</a:t>
            </a:r>
          </a:p>
          <a:p>
            <a:r>
              <a:rPr sz="1400"/>
              <a:t>(swap) Use: github.com/nicedoc/handbrake — Video transcoder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FFMPEG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