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20 COBIT 2019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**Anticloud FZ LLE — PAX L5 Narrow L2 General 27B**</a:t>
            </a:r>
          </a:p>
          <a:p>
            <a:r>
              <a:t>Run: 2026-10-02T10:05:59.344194Z | Framework ID: 20_COBIT_2019</a:t>
            </a:r>
          </a:p>
          <a:p>
            <a:r>
              <a:t>COBIT 2019 Framework (ISACA)</a:t>
            </a:r>
          </a:p>
          <a:p>
            <a:r>
              <a:t>PASS — EDM (Governance), APO (Alignment), BAI (Build), DSS (Deliver), MEA (Monitor)</a:t>
            </a:r>
          </a:p>
          <a:p>
            <a:r>
              <a:t>Maturity Level 4 (Quantitatively Managed)</a:t>
            </a:r>
          </a:p>
          <a:p>
            <a:r>
              <a:t>Observability module provides MEA01 monitoring; Provenance chain provides MEA02 assurance</a:t>
            </a:r>
          </a:p>
          <a:p>
            <a:r>
              <a:t>| Module | Key Metric | Value |</a:t>
            </a:r>
          </a:p>
          <a:p>
            <a:r>
              <a:t>|--------|-----------|-------|</a:t>
            </a:r>
          </a:p>
          <a:p>
            <a:r>
              <a:t>| CRDT | lww_set_us | 0.51 |</a:t>
            </a:r>
          </a:p>
          <a:p>
            <a:r>
              <a:t>| CRDT | merge_10k_ms | 0.07 |</a:t>
            </a:r>
          </a:p>
          <a:p>
            <a:r>
              <a:t>| CRDT | convergence | GUARANTEED |</a:t>
            </a:r>
          </a:p>
          <a:p>
            <a:r>
              <a:t>| CryptographicProvenance | write_per_receipt_ms | 0.059 |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